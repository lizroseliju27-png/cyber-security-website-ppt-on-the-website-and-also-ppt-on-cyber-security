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Safelume is a free, easy-to-use website that helps people check whether a call, link, message, photo or video is a scam. The name joins "safe" and "lumen" (light): it shines a light on what is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everyday dangers: fake calls, fake links, spam messages, and fake photos or videos. Most people, especially older family members, do not know how to spot them. Safelume is our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checkers, then the learning section, the senior-friendly features, and privacy. Mention that results are demo rules, not a live threat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three-step idea. The site is built with simple free technologies. For the future we can connect a real scam-report database, add regional languages, and add tools to check photos and videos. Thank the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0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padlock" descr="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panel"/>
          <p:cNvSpPr/>
          <p:nvPr/>
        </p:nvSpPr>
        <p:spPr>
          <a:xfrm>
            <a:off x="0" y="0"/>
            <a:ext cx="5852160" cy="5143500"/>
          </a:xfrm>
          <a:prstGeom prst="rect">
            <a:avLst/>
          </a:prstGeom>
          <a:solidFill>
            <a:srgbClr val="140B3C">
              <a:alpha val="88000"/>
            </a:srgbClr>
          </a:solidFill>
          <a:ln w="12700">
            <a:solidFill>
              <a:srgbClr val="140B3C">
                <a:alpha val="0"/>
              </a:srgbClr>
            </a:solidFill>
            <a:prstDash val="solid"/>
          </a:ln>
        </p:spPr>
      </p:sp>
      <p:pic>
        <p:nvPicPr>
          <p:cNvPr id="4" name="Image 1" descr="Shield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731520"/>
            <a:ext cx="640080" cy="6400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40080" y="14630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Safelume</a:t>
            </a:r>
            <a:endParaRPr lang="en-US" sz="54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2468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it. Understand it. Stay protected.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31089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friendly website that helps everyone, including grandparents, spot fake calls, links, messages, photos and videos.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4297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project  |  Liz Rose Liju  |  CSE 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built Safelume</a:t>
            </a:r>
            <a:endParaRPr lang="en-US" sz="3600" dirty="0"/>
          </a:p>
        </p:txBody>
      </p:sp>
      <p:sp>
        <p:nvSpPr>
          <p:cNvPr id="3" name="Icon circle 1"/>
          <p:cNvSpPr/>
          <p:nvPr/>
        </p:nvSpPr>
        <p:spPr>
          <a:xfrm>
            <a:off x="548640" y="1280160"/>
            <a:ext cx="640080" cy="640080"/>
          </a:xfrm>
          <a:prstGeom prst="ellipse">
            <a:avLst/>
          </a:prstGeom>
          <a:solidFill>
            <a:srgbClr val="EFEBFF"/>
          </a:solidFill>
          <a:ln w="12700">
            <a:solidFill>
              <a:srgbClr val="EFEBFF"/>
            </a:solidFill>
            <a:prstDash val="solid"/>
          </a:ln>
        </p:spPr>
      </p:sp>
      <p:pic>
        <p:nvPicPr>
          <p:cNvPr id="4" name="Image 0" descr="Fake call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426464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26187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calls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Callers pretend to be a bank and ask for your OTP.</a:t>
            </a:r>
            <a:endParaRPr lang="en-US" sz="1800" dirty="0"/>
          </a:p>
        </p:txBody>
      </p:sp>
      <p:sp>
        <p:nvSpPr>
          <p:cNvPr id="6" name="Icon circle 2"/>
          <p:cNvSpPr/>
          <p:nvPr/>
        </p:nvSpPr>
        <p:spPr>
          <a:xfrm>
            <a:off x="548640" y="2148840"/>
            <a:ext cx="640080" cy="640080"/>
          </a:xfrm>
          <a:prstGeom prst="ellipse">
            <a:avLst/>
          </a:prstGeom>
          <a:solidFill>
            <a:srgbClr val="EFEBFF"/>
          </a:solidFill>
          <a:ln w="12700">
            <a:solidFill>
              <a:srgbClr val="EFEBFF"/>
            </a:solidFill>
            <a:prstDash val="solid"/>
          </a:ln>
        </p:spPr>
      </p:sp>
      <p:pic>
        <p:nvPicPr>
          <p:cNvPr id="7" name="Image 1" descr="Fake link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295144"/>
            <a:ext cx="347472" cy="3474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213055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links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Look-alike web addresses steal your passwords.</a:t>
            </a:r>
            <a:endParaRPr lang="en-US" sz="1800" dirty="0"/>
          </a:p>
        </p:txBody>
      </p:sp>
      <p:sp>
        <p:nvSpPr>
          <p:cNvPr id="9" name="Icon circle 3"/>
          <p:cNvSpPr/>
          <p:nvPr/>
        </p:nvSpPr>
        <p:spPr>
          <a:xfrm>
            <a:off x="548640" y="3017520"/>
            <a:ext cx="640080" cy="640080"/>
          </a:xfrm>
          <a:prstGeom prst="ellipse">
            <a:avLst/>
          </a:prstGeom>
          <a:solidFill>
            <a:srgbClr val="EFEBFF"/>
          </a:solidFill>
          <a:ln w="12700">
            <a:solidFill>
              <a:srgbClr val="EFEBFF"/>
            </a:solidFill>
            <a:prstDash val="solid"/>
          </a:ln>
        </p:spPr>
      </p:sp>
      <p:pic>
        <p:nvPicPr>
          <p:cNvPr id="10" name="Image 2" descr="Spam message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163824"/>
            <a:ext cx="347472" cy="34747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71600" y="299923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messages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Scary or exciting texts that rush you to act.</a:t>
            </a:r>
            <a:endParaRPr lang="en-US" sz="1800" dirty="0"/>
          </a:p>
        </p:txBody>
      </p:sp>
      <p:sp>
        <p:nvSpPr>
          <p:cNvPr id="12" name="Icon circle 4"/>
          <p:cNvSpPr/>
          <p:nvPr/>
        </p:nvSpPr>
        <p:spPr>
          <a:xfrm>
            <a:off x="548640" y="3886200"/>
            <a:ext cx="640080" cy="640080"/>
          </a:xfrm>
          <a:prstGeom prst="ellipse">
            <a:avLst/>
          </a:prstGeom>
          <a:solidFill>
            <a:srgbClr val="EFEBFF"/>
          </a:solidFill>
          <a:ln w="12700">
            <a:solidFill>
              <a:srgbClr val="EFEBFF"/>
            </a:solidFill>
            <a:prstDash val="solid"/>
          </a:ln>
        </p:spPr>
      </p:sp>
      <p:pic>
        <p:nvPicPr>
          <p:cNvPr id="13" name="Image 3" descr="Fake photos and video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32504"/>
            <a:ext cx="347472" cy="34747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71600" y="386791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photos and videos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AI-made pictures and deepfakes spread lies.</a:t>
            </a:r>
            <a:endParaRPr lang="en-US" sz="1800" dirty="0"/>
          </a:p>
        </p:txBody>
      </p:sp>
      <p:sp>
        <p:nvSpPr>
          <p:cNvPr id="15" name="Answer panel"/>
          <p:cNvSpPr/>
          <p:nvPr/>
        </p:nvSpPr>
        <p:spPr>
          <a:xfrm>
            <a:off x="5669280" y="1280160"/>
            <a:ext cx="2926080" cy="3383280"/>
          </a:xfrm>
          <a:prstGeom prst="roundRect">
            <a:avLst>
              <a:gd name="adj" fmla="val 4688"/>
            </a:avLst>
          </a:prstGeom>
          <a:solidFill>
            <a:srgbClr val="6C4DF6"/>
          </a:solidFill>
          <a:ln w="12700">
            <a:solidFill>
              <a:srgbClr val="6C4DF6"/>
            </a:solidFill>
            <a:prstDash val="solid"/>
          </a:ln>
        </p:spPr>
      </p:sp>
      <p:pic>
        <p:nvPicPr>
          <p:cNvPr id="16" name="Image 4" descr="Shield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1554480"/>
            <a:ext cx="548640" cy="54864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989320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answer</a:t>
            </a:r>
            <a:endParaRPr lang="en-US" sz="2400" dirty="0"/>
          </a:p>
        </p:txBody>
      </p:sp>
      <p:sp>
        <p:nvSpPr>
          <p:cNvPr id="18" name="Text 11"/>
          <p:cNvSpPr txBox="1"/>
          <p:nvPr/>
        </p:nvSpPr>
        <p:spPr>
          <a:xfrm>
            <a:off x="5989320" y="274320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simple website that checks, explains and protects. Pictures and read-aloud make it easy for older people too.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Safelume does</a:t>
            </a:r>
            <a:endParaRPr lang="en-US" sz="3600" dirty="0"/>
          </a:p>
        </p:txBody>
      </p:sp>
      <p:sp>
        <p:nvSpPr>
          <p:cNvPr id="3" name="Feature card 1"/>
          <p:cNvSpPr/>
          <p:nvPr/>
        </p:nvSpPr>
        <p:spPr>
          <a:xfrm>
            <a:off x="548640" y="1280160"/>
            <a:ext cx="2514600" cy="1600200"/>
          </a:xfrm>
          <a:prstGeom prst="roundRect">
            <a:avLst>
              <a:gd name="adj" fmla="val 6857"/>
            </a:avLst>
          </a:prstGeom>
          <a:solidFill>
            <a:srgbClr val="EFEBFF"/>
          </a:solidFill>
          <a:ln w="12700">
            <a:solidFill>
              <a:srgbClr val="EFEBFF"/>
            </a:solidFill>
            <a:prstDash val="solid"/>
          </a:ln>
        </p:spPr>
      </p:sp>
      <p:sp>
        <p:nvSpPr>
          <p:cNvPr id="4" name="Feature icon circle 1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6C4DF6"/>
          </a:solidFill>
          <a:ln w="12700">
            <a:solidFill>
              <a:srgbClr val="6C4DF6"/>
            </a:solidFill>
            <a:prstDash val="solid"/>
          </a:ln>
        </p:spPr>
      </p:sp>
      <p:pic>
        <p:nvPicPr>
          <p:cNvPr id="5" name="Image 0" descr="Check a numbe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581912"/>
            <a:ext cx="265176" cy="2651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0574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 number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if a phone number looks risky.</a:t>
            </a:r>
            <a:endParaRPr lang="en-US" sz="1600" dirty="0"/>
          </a:p>
        </p:txBody>
      </p:sp>
      <p:sp>
        <p:nvSpPr>
          <p:cNvPr id="7" name="Feature card 2"/>
          <p:cNvSpPr/>
          <p:nvPr/>
        </p:nvSpPr>
        <p:spPr>
          <a:xfrm>
            <a:off x="3273552" y="1280160"/>
            <a:ext cx="2514600" cy="1600200"/>
          </a:xfrm>
          <a:prstGeom prst="roundRect">
            <a:avLst>
              <a:gd name="adj" fmla="val 6857"/>
            </a:avLst>
          </a:prstGeom>
          <a:solidFill>
            <a:srgbClr val="EFEBFF"/>
          </a:solidFill>
          <a:ln w="12700">
            <a:solidFill>
              <a:srgbClr val="EFEBFF"/>
            </a:solidFill>
            <a:prstDash val="solid"/>
          </a:ln>
        </p:spPr>
      </p:sp>
      <p:sp>
        <p:nvSpPr>
          <p:cNvPr id="8" name="Feature icon circle 2"/>
          <p:cNvSpPr/>
          <p:nvPr/>
        </p:nvSpPr>
        <p:spPr>
          <a:xfrm>
            <a:off x="3456432" y="1463040"/>
            <a:ext cx="502920" cy="502920"/>
          </a:xfrm>
          <a:prstGeom prst="ellipse">
            <a:avLst/>
          </a:prstGeom>
          <a:solidFill>
            <a:srgbClr val="6C4DF6"/>
          </a:solidFill>
          <a:ln w="12700">
            <a:solidFill>
              <a:srgbClr val="6C4DF6"/>
            </a:solidFill>
            <a:prstDash val="solid"/>
          </a:ln>
        </p:spPr>
      </p:sp>
      <p:pic>
        <p:nvPicPr>
          <p:cNvPr id="9" name="Image 1" descr="Check a lin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4" y="1581912"/>
            <a:ext cx="265176" cy="26517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456432" y="20574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 link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tricks in a web address.</a:t>
            </a:r>
            <a:endParaRPr lang="en-US" sz="1600" dirty="0"/>
          </a:p>
        </p:txBody>
      </p:sp>
      <p:sp>
        <p:nvSpPr>
          <p:cNvPr id="11" name="Feature card 3"/>
          <p:cNvSpPr/>
          <p:nvPr/>
        </p:nvSpPr>
        <p:spPr>
          <a:xfrm>
            <a:off x="5998464" y="1280160"/>
            <a:ext cx="2514600" cy="1600200"/>
          </a:xfrm>
          <a:prstGeom prst="roundRect">
            <a:avLst>
              <a:gd name="adj" fmla="val 6857"/>
            </a:avLst>
          </a:prstGeom>
          <a:solidFill>
            <a:srgbClr val="EFEBFF"/>
          </a:solidFill>
          <a:ln w="12700">
            <a:solidFill>
              <a:srgbClr val="EFEBFF"/>
            </a:solidFill>
            <a:prstDash val="solid"/>
          </a:ln>
        </p:spPr>
      </p:sp>
      <p:sp>
        <p:nvSpPr>
          <p:cNvPr id="12" name="Feature icon circle 3"/>
          <p:cNvSpPr/>
          <p:nvPr/>
        </p:nvSpPr>
        <p:spPr>
          <a:xfrm>
            <a:off x="6181344" y="1463040"/>
            <a:ext cx="502920" cy="502920"/>
          </a:xfrm>
          <a:prstGeom prst="ellipse">
            <a:avLst/>
          </a:prstGeom>
          <a:solidFill>
            <a:srgbClr val="6C4DF6"/>
          </a:solidFill>
          <a:ln w="12700">
            <a:solidFill>
              <a:srgbClr val="6C4DF6"/>
            </a:solidFill>
            <a:prstDash val="solid"/>
          </a:ln>
        </p:spPr>
      </p:sp>
      <p:pic>
        <p:nvPicPr>
          <p:cNvPr id="13" name="Image 2" descr="Check a messag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581912"/>
            <a:ext cx="265176" cy="26517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181344" y="20574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 message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urgency, OTP requests and prizes.</a:t>
            </a:r>
            <a:endParaRPr lang="en-US" sz="1600" dirty="0"/>
          </a:p>
        </p:txBody>
      </p:sp>
      <p:sp>
        <p:nvSpPr>
          <p:cNvPr id="15" name="Feature card 4"/>
          <p:cNvSpPr/>
          <p:nvPr/>
        </p:nvSpPr>
        <p:spPr>
          <a:xfrm>
            <a:off x="548640" y="3063240"/>
            <a:ext cx="2514600" cy="1600200"/>
          </a:xfrm>
          <a:prstGeom prst="roundRect">
            <a:avLst>
              <a:gd name="adj" fmla="val 6857"/>
            </a:avLst>
          </a:prstGeom>
          <a:solidFill>
            <a:srgbClr val="EFEBFF"/>
          </a:solidFill>
          <a:ln w="12700">
            <a:solidFill>
              <a:srgbClr val="EFEBFF"/>
            </a:solidFill>
            <a:prstDash val="solid"/>
          </a:ln>
        </p:spPr>
      </p:sp>
      <p:sp>
        <p:nvSpPr>
          <p:cNvPr id="16" name="Feature icon circle 4"/>
          <p:cNvSpPr/>
          <p:nvPr/>
        </p:nvSpPr>
        <p:spPr>
          <a:xfrm>
            <a:off x="731520" y="3246120"/>
            <a:ext cx="502920" cy="502920"/>
          </a:xfrm>
          <a:prstGeom prst="ellipse">
            <a:avLst/>
          </a:prstGeom>
          <a:solidFill>
            <a:srgbClr val="6C4DF6"/>
          </a:solidFill>
          <a:ln w="12700">
            <a:solidFill>
              <a:srgbClr val="6C4DF6"/>
            </a:solidFill>
            <a:prstDash val="solid"/>
          </a:ln>
        </p:spPr>
      </p:sp>
      <p:pic>
        <p:nvPicPr>
          <p:cNvPr id="17" name="Image 3" descr="Understand scam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3364992"/>
            <a:ext cx="265176" cy="26517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1520" y="3840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scams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on fake URLs, spam and deepfakes, plus a quiz.</a:t>
            </a:r>
            <a:endParaRPr lang="en-US" sz="1600" dirty="0"/>
          </a:p>
        </p:txBody>
      </p:sp>
      <p:sp>
        <p:nvSpPr>
          <p:cNvPr id="19" name="Feature card 5"/>
          <p:cNvSpPr/>
          <p:nvPr/>
        </p:nvSpPr>
        <p:spPr>
          <a:xfrm>
            <a:off x="3273552" y="3063240"/>
            <a:ext cx="2514600" cy="1600200"/>
          </a:xfrm>
          <a:prstGeom prst="roundRect">
            <a:avLst>
              <a:gd name="adj" fmla="val 6857"/>
            </a:avLst>
          </a:prstGeom>
          <a:solidFill>
            <a:srgbClr val="EFEBFF"/>
          </a:solidFill>
          <a:ln w="12700">
            <a:solidFill>
              <a:srgbClr val="EFEBFF"/>
            </a:solidFill>
            <a:prstDash val="solid"/>
          </a:ln>
        </p:spPr>
      </p:sp>
      <p:sp>
        <p:nvSpPr>
          <p:cNvPr id="20" name="Feature icon circle 5"/>
          <p:cNvSpPr/>
          <p:nvPr/>
        </p:nvSpPr>
        <p:spPr>
          <a:xfrm>
            <a:off x="3456432" y="3246120"/>
            <a:ext cx="502920" cy="502920"/>
          </a:xfrm>
          <a:prstGeom prst="ellipse">
            <a:avLst/>
          </a:prstGeom>
          <a:solidFill>
            <a:srgbClr val="6C4DF6"/>
          </a:solidFill>
          <a:ln w="12700">
            <a:solidFill>
              <a:srgbClr val="6C4DF6"/>
            </a:solidFill>
            <a:prstDash val="solid"/>
          </a:ln>
        </p:spPr>
      </p:sp>
      <p:pic>
        <p:nvPicPr>
          <p:cNvPr id="21" name="Image 4" descr="Easy for everyon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5304" y="3364992"/>
            <a:ext cx="265176" cy="26517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456432" y="3840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for everyone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Pictures, read aloud and adjustable text size.</a:t>
            </a:r>
            <a:endParaRPr lang="en-US" sz="1600" dirty="0"/>
          </a:p>
        </p:txBody>
      </p:sp>
      <p:sp>
        <p:nvSpPr>
          <p:cNvPr id="23" name="Feature card 6"/>
          <p:cNvSpPr/>
          <p:nvPr/>
        </p:nvSpPr>
        <p:spPr>
          <a:xfrm>
            <a:off x="5998464" y="3063240"/>
            <a:ext cx="2514600" cy="1600200"/>
          </a:xfrm>
          <a:prstGeom prst="roundRect">
            <a:avLst>
              <a:gd name="adj" fmla="val 6857"/>
            </a:avLst>
          </a:prstGeom>
          <a:solidFill>
            <a:srgbClr val="EFEBFF"/>
          </a:solidFill>
          <a:ln w="12700">
            <a:solidFill>
              <a:srgbClr val="EFEBFF"/>
            </a:solidFill>
            <a:prstDash val="solid"/>
          </a:ln>
        </p:spPr>
      </p:sp>
      <p:sp>
        <p:nvSpPr>
          <p:cNvPr id="24" name="Feature icon circle 6"/>
          <p:cNvSpPr/>
          <p:nvPr/>
        </p:nvSpPr>
        <p:spPr>
          <a:xfrm>
            <a:off x="6181344" y="3246120"/>
            <a:ext cx="502920" cy="502920"/>
          </a:xfrm>
          <a:prstGeom prst="ellipse">
            <a:avLst/>
          </a:prstGeom>
          <a:solidFill>
            <a:srgbClr val="6C4DF6"/>
          </a:solidFill>
          <a:ln w="12700">
            <a:solidFill>
              <a:srgbClr val="6C4DF6"/>
            </a:solidFill>
            <a:prstDash val="solid"/>
          </a:ln>
        </p:spPr>
      </p:sp>
      <p:pic>
        <p:nvPicPr>
          <p:cNvPr id="25" name="Image 5" descr="Private by design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0216" y="3364992"/>
            <a:ext cx="265176" cy="26517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181344" y="3840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design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required. Your data stays in your browser.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0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tep card 1"/>
          <p:cNvSpPr/>
          <p:nvPr/>
        </p:nvSpPr>
        <p:spPr>
          <a:xfrm>
            <a:off x="548640" y="123444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231A5C"/>
          </a:solidFill>
          <a:ln w="12700">
            <a:solidFill>
              <a:srgbClr val="231A5C"/>
            </a:solidFill>
            <a:prstDash val="solid"/>
          </a:ln>
        </p:spPr>
      </p:sp>
      <p:sp>
        <p:nvSpPr>
          <p:cNvPr id="4" name="Step number 1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22C3E6"/>
          </a:solidFill>
          <a:ln w="12700">
            <a:solidFill>
              <a:srgbClr val="22C3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0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CF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number, link or message.</a:t>
            </a:r>
            <a:endParaRPr lang="en-US" sz="1800" dirty="0"/>
          </a:p>
        </p:txBody>
      </p:sp>
      <p:sp>
        <p:nvSpPr>
          <p:cNvPr id="7" name="Step card 2"/>
          <p:cNvSpPr/>
          <p:nvPr/>
        </p:nvSpPr>
        <p:spPr>
          <a:xfrm>
            <a:off x="3337560" y="123444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231A5C"/>
          </a:solidFill>
          <a:ln w="12700">
            <a:solidFill>
              <a:srgbClr val="231A5C"/>
            </a:solidFill>
            <a:prstDash val="solid"/>
          </a:ln>
        </p:spPr>
      </p:sp>
      <p:sp>
        <p:nvSpPr>
          <p:cNvPr id="8" name="Step number 2"/>
          <p:cNvSpPr/>
          <p:nvPr/>
        </p:nvSpPr>
        <p:spPr>
          <a:xfrm>
            <a:off x="3520440" y="1417320"/>
            <a:ext cx="502920" cy="502920"/>
          </a:xfrm>
          <a:prstGeom prst="ellipse">
            <a:avLst/>
          </a:prstGeom>
          <a:solidFill>
            <a:srgbClr val="22C3E6"/>
          </a:solidFill>
          <a:ln w="12700">
            <a:solidFill>
              <a:srgbClr val="22C3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0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19659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it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CF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clear reasons in simple words.</a:t>
            </a:r>
            <a:endParaRPr lang="en-US" sz="1800" dirty="0"/>
          </a:p>
        </p:txBody>
      </p:sp>
      <p:sp>
        <p:nvSpPr>
          <p:cNvPr id="11" name="Step card 3"/>
          <p:cNvSpPr/>
          <p:nvPr/>
        </p:nvSpPr>
        <p:spPr>
          <a:xfrm>
            <a:off x="6126480" y="123444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231A5C"/>
          </a:solidFill>
          <a:ln w="12700">
            <a:solidFill>
              <a:srgbClr val="231A5C"/>
            </a:solidFill>
            <a:prstDash val="solid"/>
          </a:ln>
        </p:spPr>
      </p:sp>
      <p:sp>
        <p:nvSpPr>
          <p:cNvPr id="12" name="Step number 3"/>
          <p:cNvSpPr/>
          <p:nvPr/>
        </p:nvSpPr>
        <p:spPr>
          <a:xfrm>
            <a:off x="6309360" y="1417320"/>
            <a:ext cx="502920" cy="502920"/>
          </a:xfrm>
          <a:prstGeom prst="ellipse">
            <a:avLst/>
          </a:prstGeom>
          <a:solidFill>
            <a:srgbClr val="22C3E6"/>
          </a:solidFill>
          <a:ln w="12700">
            <a:solidFill>
              <a:srgbClr val="22C3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0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9659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protected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CF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steps to stay safe.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063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3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74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 and JavaScript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tools only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phones and computers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3063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3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3474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scam database for real checks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Indian languages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and video checking tools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0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padlock" descr="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Dark overlay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0B3C">
              <a:alpha val="75000"/>
            </a:srgbClr>
          </a:solidFill>
          <a:ln w="12700">
            <a:solidFill>
              <a:srgbClr val="140B3C">
                <a:alpha val="0"/>
              </a:srgbClr>
            </a:solidFill>
            <a:prstDash val="solid"/>
          </a:ln>
        </p:spPr>
      </p:sp>
      <p:pic>
        <p:nvPicPr>
          <p:cNvPr id="4" name="Image 1" descr="Shield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71600"/>
            <a:ext cx="731520" cy="731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22860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Safelume</dc:title>
  <dc:subject>PptxGenJS Presentation</dc:subject>
  <dc:creator>Liz Rose Liju</dc:creator>
  <cp:lastModifiedBy>Liz Rose Liju</cp:lastModifiedBy>
  <cp:revision>1</cp:revision>
  <dcterms:created xsi:type="dcterms:W3CDTF">2026-10-09T05:24:42Z</dcterms:created>
  <dcterms:modified xsi:type="dcterms:W3CDTF">2026-10-09T05:24:42Z</dcterms:modified>
</cp:coreProperties>
</file>